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6" r:id="rId7"/>
    <p:sldId id="260" r:id="rId8"/>
    <p:sldId id="268" r:id="rId9"/>
    <p:sldId id="269" r:id="rId10"/>
    <p:sldId id="270" r:id="rId11"/>
    <p:sldId id="271" r:id="rId12"/>
    <p:sldId id="272" r:id="rId13"/>
    <p:sldId id="261" r:id="rId14"/>
    <p:sldId id="262" r:id="rId15"/>
    <p:sldId id="274" r:id="rId16"/>
    <p:sldId id="273" r:id="rId17"/>
    <p:sldId id="265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lacial Indifference Bold" panose="020B0604020202020204" charset="0"/>
      <p:regular r:id="rId23"/>
    </p:embeddedFont>
    <p:embeddedFont>
      <p:font typeface="League Spartan" panose="020B0604020202020204" charset="0"/>
      <p:regular r:id="rId24"/>
    </p:embeddedFont>
    <p:embeddedFont>
      <p:font typeface="Open San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1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1669748" y="5225828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6988827" y="3340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89350" y="1217811"/>
            <a:ext cx="7851378" cy="785137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54661" y="1483122"/>
            <a:ext cx="7320756" cy="732075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28700" y="1028700"/>
            <a:ext cx="551070" cy="785839"/>
          </a:xfrm>
          <a:custGeom>
            <a:avLst/>
            <a:gdLst/>
            <a:ahLst/>
            <a:cxnLst/>
            <a:rect l="l" t="t" r="r" b="b"/>
            <a:pathLst>
              <a:path w="551070" h="785839">
                <a:moveTo>
                  <a:pt x="0" y="0"/>
                </a:moveTo>
                <a:lnTo>
                  <a:pt x="551070" y="0"/>
                </a:lnTo>
                <a:lnTo>
                  <a:pt x="551070" y="785839"/>
                </a:lnTo>
                <a:lnTo>
                  <a:pt x="0" y="785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991601" y="3678488"/>
            <a:ext cx="8258008" cy="6113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55"/>
              </a:lnSpc>
            </a:pPr>
            <a:r>
              <a:rPr lang="id-ID" sz="6900" spc="139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APLIKASI WEBSITE KULINER KHAS KEPULAUAN RIAU</a:t>
            </a:r>
            <a:endParaRPr lang="en-US" sz="6900" spc="139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98762" y="1227336"/>
            <a:ext cx="3120683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id-ID" sz="3500" b="1" spc="357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PBL IF 242</a:t>
            </a:r>
            <a:endParaRPr lang="en-US" sz="3500" b="1" spc="357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30" name="Group 30"/>
          <p:cNvGrpSpPr/>
          <p:nvPr/>
        </p:nvGrpSpPr>
        <p:grpSpPr>
          <a:xfrm rot="-2700000">
            <a:off x="11421763" y="177851"/>
            <a:ext cx="6149636" cy="1733943"/>
            <a:chOff x="0" y="0"/>
            <a:chExt cx="2158009" cy="5095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0BF36E05-8154-4041-9919-E3261472E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49" y="-190500"/>
            <a:ext cx="11239499" cy="1151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91" y="1107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pPr marL="427769" lvl="1" algn="l">
              <a:lnSpc>
                <a:spcPts val="5547"/>
              </a:lnSpc>
            </a:pPr>
            <a:endParaRPr lang="en-US" sz="18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3" name="Group 13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542175" y="1790700"/>
            <a:ext cx="6159586" cy="881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KELOMPOK 4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259104" y="2933700"/>
            <a:ext cx="10837896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Gracesiana Tambunan (3312411047)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259104" y="4008294"/>
            <a:ext cx="8856696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Adela Seprilian (3312411037)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259104" y="4998894"/>
            <a:ext cx="7637496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Arga Dani (3312411034)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259104" y="6057900"/>
            <a:ext cx="8856696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Raka Maulana (3312411059)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76599" y="7056294"/>
            <a:ext cx="9425161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Louis Anderson  (3312411049)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91" y="1107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id-ID" dirty="0"/>
          </a:p>
        </p:txBody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3" name="Group 13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3886200" y="2280520"/>
            <a:ext cx="9982200" cy="881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MANAGER PROYEK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47670" y="3524484"/>
            <a:ext cx="15163800" cy="678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Nama Manajer Proyek: Yeni Rokhayati, S.Si., M.Sc.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47670" y="4838219"/>
            <a:ext cx="15409896" cy="1383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5538" lvl="1" indent="-427769" algn="l">
              <a:lnSpc>
                <a:spcPts val="5547"/>
              </a:lnSpc>
              <a:buFont typeface="Arial"/>
              <a:buChar char="•"/>
            </a:pPr>
            <a:r>
              <a:rPr lang="id-ID" sz="4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Peran: Mengkoordinasikan Tim dan Mengarahkan Jalannya Proyek.</a:t>
            </a:r>
            <a:endParaRPr lang="en-US" sz="4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106910" y="208067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DESKRIPSI PROYEK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28" name="Group 28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42611" y="3328289"/>
            <a:ext cx="15402778" cy="5087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03"/>
              </a:lnSpc>
            </a:pP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Aplikasi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memfasilitasi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terhadap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rekomendasi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Kepulauan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Riau, Serta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tersebut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tanpa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perlu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mendatangi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restoran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warung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langsung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Setelah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pembayaran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berbagai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metode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tersedia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mulai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transfer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rekening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Setelah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pembayaran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aplikasi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mengeluarkan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struk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pembayaran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kepada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pembelinya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Para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bisa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memberikan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rating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terhadap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7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tersebut</a:t>
            </a:r>
            <a:r>
              <a:rPr lang="en-US" sz="35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45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641367" y="7505700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-544994" y="553984"/>
            <a:ext cx="13450593" cy="888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60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KEBUTUHAN FUNGSIONAL</a:t>
            </a:r>
            <a:endParaRPr lang="en-US" sz="660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8200" y="1866900"/>
            <a:ext cx="15598272" cy="6182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F01: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memungkinkan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login/logout.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F02: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memungkinkan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registrasi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akun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F03: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menambahkan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baru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F04: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menghapus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tersedia</a:t>
            </a:r>
            <a:endParaRPr lang="en-U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F05: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mengedit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F06: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memberikan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rating pada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sudah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dipesan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id-ID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311"/>
              </a:lnSpc>
            </a:pPr>
            <a:endParaRPr lang="en-U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12700"/>
            <a:ext cx="18542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386057" y="419100"/>
            <a:ext cx="17597143" cy="10830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F01: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memungkinkan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login/logout.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F02: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memungkinkan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registrasi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akun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F03: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menambahkan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baru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F04: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menghapus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tersedia</a:t>
            </a:r>
            <a:endParaRPr lang="en-US" sz="3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F05: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mengedit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F06: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memberikan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rating pada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sudah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dipesan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id-ID" sz="3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F07: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menghitung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rata-rata rating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setiap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F08: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merangking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berdasarkan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rating.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F09: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menampilkan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rekomendasi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3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terbaik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berdasarkan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rating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tertinggi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F10: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melakukan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kuliner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F11: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mengubah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sebelum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dikonfirmasi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oleh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penjual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F12: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Pembeli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membatalkan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sebelum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pembayaran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dilakukan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F13: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menghasilkan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menampilkan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struk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pemesanan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setelah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pembayaran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terkonfirmasi</a:t>
            </a:r>
            <a:r>
              <a:rPr lang="en-US" sz="3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5311"/>
              </a:lnSpc>
            </a:pPr>
            <a:endParaRPr lang="en-US" sz="379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0534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USE CASE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1" name="Picture 30" descr="A diagram of a company&#10;&#10;Description automatically generated">
            <a:extLst>
              <a:ext uri="{FF2B5EF4-FFF2-40B4-BE49-F238E27FC236}">
                <a16:creationId xmlns:a16="http://schemas.microsoft.com/office/drawing/2014/main" id="{86292AAF-CA9F-4B60-A902-05A787FEA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666" y="2858910"/>
            <a:ext cx="3743325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ANTARMUKA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BE6D83-3FC5-4969-B7B3-A8030FFD99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52836" y="3120677"/>
            <a:ext cx="6792645" cy="4781683"/>
          </a:xfrm>
          <a:prstGeom prst="rect">
            <a:avLst/>
          </a:prstGeom>
        </p:spPr>
      </p:pic>
      <p:pic>
        <p:nvPicPr>
          <p:cNvPr id="33" name="image9.png">
            <a:extLst>
              <a:ext uri="{FF2B5EF4-FFF2-40B4-BE49-F238E27FC236}">
                <a16:creationId xmlns:a16="http://schemas.microsoft.com/office/drawing/2014/main" id="{47D600CC-3854-4732-869A-2853A10495C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028274" y="3171234"/>
            <a:ext cx="6202326" cy="478168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0096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ANTARMUKA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4" name="image4.png">
            <a:extLst>
              <a:ext uri="{FF2B5EF4-FFF2-40B4-BE49-F238E27FC236}">
                <a16:creationId xmlns:a16="http://schemas.microsoft.com/office/drawing/2014/main" id="{4329B146-3AF4-4DB7-B487-11D59A4FD28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95675" y="3190880"/>
            <a:ext cx="6161752" cy="4748081"/>
          </a:xfrm>
          <a:prstGeom prst="rect">
            <a:avLst/>
          </a:prstGeom>
          <a:ln/>
        </p:spPr>
      </p:pic>
      <p:pic>
        <p:nvPicPr>
          <p:cNvPr id="35" name="image6.png">
            <a:extLst>
              <a:ext uri="{FF2B5EF4-FFF2-40B4-BE49-F238E27FC236}">
                <a16:creationId xmlns:a16="http://schemas.microsoft.com/office/drawing/2014/main" id="{C8A167E8-1665-4089-A8AC-FF29173A65A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434590" y="3190879"/>
            <a:ext cx="6531024" cy="47480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3233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ANTARMUKA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3" name="image11.png">
            <a:extLst>
              <a:ext uri="{FF2B5EF4-FFF2-40B4-BE49-F238E27FC236}">
                <a16:creationId xmlns:a16="http://schemas.microsoft.com/office/drawing/2014/main" id="{67D59DA0-6EAD-47D2-987F-828BC7838F3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711807" y="3235246"/>
            <a:ext cx="5843008" cy="4627514"/>
          </a:xfrm>
          <a:prstGeom prst="rect">
            <a:avLst/>
          </a:prstGeom>
          <a:ln/>
        </p:spPr>
      </p:pic>
      <p:pic>
        <p:nvPicPr>
          <p:cNvPr id="37" name="image5.png">
            <a:extLst>
              <a:ext uri="{FF2B5EF4-FFF2-40B4-BE49-F238E27FC236}">
                <a16:creationId xmlns:a16="http://schemas.microsoft.com/office/drawing/2014/main" id="{D9BE075A-24B4-4F52-B42A-A720BE71BEA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285357" y="3262872"/>
            <a:ext cx="6232677" cy="462751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159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ANTARMUKA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4" name="image13.png">
            <a:extLst>
              <a:ext uri="{FF2B5EF4-FFF2-40B4-BE49-F238E27FC236}">
                <a16:creationId xmlns:a16="http://schemas.microsoft.com/office/drawing/2014/main" id="{EC69C210-9FCC-49A5-BF3C-B61F1E11B2F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77316" y="3218782"/>
            <a:ext cx="5980883" cy="4643977"/>
          </a:xfrm>
          <a:prstGeom prst="rect">
            <a:avLst/>
          </a:prstGeom>
          <a:ln/>
        </p:spPr>
      </p:pic>
      <p:pic>
        <p:nvPicPr>
          <p:cNvPr id="35" name="image7.png">
            <a:extLst>
              <a:ext uri="{FF2B5EF4-FFF2-40B4-BE49-F238E27FC236}">
                <a16:creationId xmlns:a16="http://schemas.microsoft.com/office/drawing/2014/main" id="{09B02E32-7B14-452C-B5C4-58D93196253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93864" y="3218781"/>
            <a:ext cx="6024514" cy="465073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59296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119605" y="2763421"/>
            <a:ext cx="1117044" cy="854919"/>
            <a:chOff x="0" y="0"/>
            <a:chExt cx="294201" cy="225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-2103537" y="4176214"/>
            <a:ext cx="5775759" cy="1934573"/>
            <a:chOff x="0" y="0"/>
            <a:chExt cx="1521188" cy="509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1279034" y="2775107"/>
            <a:ext cx="1812830" cy="1934573"/>
            <a:chOff x="0" y="0"/>
            <a:chExt cx="477453" cy="5095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7840308" y="628178"/>
            <a:ext cx="8193689" cy="1934573"/>
            <a:chOff x="0" y="0"/>
            <a:chExt cx="2158009" cy="5095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8774763" y="2884152"/>
            <a:ext cx="1812830" cy="1934573"/>
            <a:chOff x="0" y="0"/>
            <a:chExt cx="477453" cy="5095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12052600" y="61414"/>
            <a:ext cx="8193689" cy="1934573"/>
            <a:chOff x="0" y="0"/>
            <a:chExt cx="2158009" cy="5095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0645">
            <a:off x="590224" y="1434576"/>
            <a:ext cx="16230600" cy="8229600"/>
            <a:chOff x="0" y="0"/>
            <a:chExt cx="4274726" cy="21674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9469">
            <a:off x="1024543" y="1019827"/>
            <a:ext cx="16230600" cy="8229600"/>
            <a:chOff x="0" y="0"/>
            <a:chExt cx="4274726" cy="21674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700000">
            <a:off x="12462794" y="8075319"/>
            <a:ext cx="8193689" cy="1934573"/>
            <a:chOff x="0" y="0"/>
            <a:chExt cx="2158009" cy="5095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06910" y="1909226"/>
            <a:ext cx="12074180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id-ID" sz="6935" spc="10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DESAIN ANTARMUKA</a:t>
            </a:r>
            <a:endParaRPr lang="en-US" sz="6935" spc="104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4" name="image13.png">
            <a:extLst>
              <a:ext uri="{FF2B5EF4-FFF2-40B4-BE49-F238E27FC236}">
                <a16:creationId xmlns:a16="http://schemas.microsoft.com/office/drawing/2014/main" id="{EC69C210-9FCC-49A5-BF3C-B61F1E11B2F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77316" y="3218782"/>
            <a:ext cx="5980883" cy="4643977"/>
          </a:xfrm>
          <a:prstGeom prst="rect">
            <a:avLst/>
          </a:prstGeom>
          <a:ln/>
        </p:spPr>
      </p:pic>
      <p:pic>
        <p:nvPicPr>
          <p:cNvPr id="35" name="image7.png">
            <a:extLst>
              <a:ext uri="{FF2B5EF4-FFF2-40B4-BE49-F238E27FC236}">
                <a16:creationId xmlns:a16="http://schemas.microsoft.com/office/drawing/2014/main" id="{09B02E32-7B14-452C-B5C4-58D93196253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93864" y="3218781"/>
            <a:ext cx="6024514" cy="465073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71919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096373" y="6651079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4525672" y="1333500"/>
            <a:ext cx="8254753" cy="88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LOGBOOK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2F622AE7-9A0E-42B5-8369-CB40034075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70965" y="2219442"/>
            <a:ext cx="14564435" cy="73436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id-ID" dirty="0"/>
          </a:p>
        </p:txBody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4525672" y="2556504"/>
            <a:ext cx="9236656" cy="88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KENDALA KERJA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aphicFrame>
        <p:nvGraphicFramePr>
          <p:cNvPr id="29" name="Table 29">
            <a:extLst>
              <a:ext uri="{FF2B5EF4-FFF2-40B4-BE49-F238E27FC236}">
                <a16:creationId xmlns:a16="http://schemas.microsoft.com/office/drawing/2014/main" id="{2297EEF1-C99A-467F-9352-D91560238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69863"/>
              </p:ext>
            </p:extLst>
          </p:nvPr>
        </p:nvGraphicFramePr>
        <p:xfrm>
          <a:off x="2514599" y="3467100"/>
          <a:ext cx="1299302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3025">
                  <a:extLst>
                    <a:ext uri="{9D8B030D-6E8A-4147-A177-3AD203B41FA5}">
                      <a16:colId xmlns:a16="http://schemas.microsoft.com/office/drawing/2014/main" val="235770429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pPr algn="ctr"/>
                      <a:r>
                        <a:rPr lang="id-ID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informasi yang lengkap tentang makanan khas Batam. Kesediaan waktu para anggota.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6731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4525672" y="2556504"/>
            <a:ext cx="9236656" cy="88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PEMBAGIAN KERJA 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aphicFrame>
        <p:nvGraphicFramePr>
          <p:cNvPr id="29" name="Table 29">
            <a:extLst>
              <a:ext uri="{FF2B5EF4-FFF2-40B4-BE49-F238E27FC236}">
                <a16:creationId xmlns:a16="http://schemas.microsoft.com/office/drawing/2014/main" id="{2297EEF1-C99A-467F-9352-D91560238C47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467100"/>
          <a:ext cx="12954000" cy="5892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493">
                  <a:extLst>
                    <a:ext uri="{9D8B030D-6E8A-4147-A177-3AD203B41FA5}">
                      <a16:colId xmlns:a16="http://schemas.microsoft.com/office/drawing/2014/main" val="1307944441"/>
                    </a:ext>
                  </a:extLst>
                </a:gridCol>
                <a:gridCol w="3715575">
                  <a:extLst>
                    <a:ext uri="{9D8B030D-6E8A-4147-A177-3AD203B41FA5}">
                      <a16:colId xmlns:a16="http://schemas.microsoft.com/office/drawing/2014/main" val="2924475659"/>
                    </a:ext>
                  </a:extLst>
                </a:gridCol>
                <a:gridCol w="5288432">
                  <a:extLst>
                    <a:ext uri="{9D8B030D-6E8A-4147-A177-3AD203B41FA5}">
                      <a16:colId xmlns:a16="http://schemas.microsoft.com/office/drawing/2014/main" val="48990191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35770429"/>
                    </a:ext>
                  </a:extLst>
                </a:gridCol>
              </a:tblGrid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TUGAS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673165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GRACESIANA TAMBUNAN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KETUA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Coord, Back-End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02887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ADELA SEPRILIAN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ANGGOTA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14062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ARGA DANI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ANGGOTA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94577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RAKA MAULANA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ANGGOTA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264653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LOUIS ANDERSON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ANGGOTA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3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61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id-ID" dirty="0"/>
          </a:p>
        </p:txBody>
      </p:sp>
      <p:grpSp>
        <p:nvGrpSpPr>
          <p:cNvPr id="3" name="Group 3"/>
          <p:cNvGrpSpPr/>
          <p:nvPr/>
        </p:nvGrpSpPr>
        <p:grpSpPr>
          <a:xfrm>
            <a:off x="-1686857" y="7161927"/>
            <a:ext cx="4192745" cy="4192745"/>
            <a:chOff x="0" y="0"/>
            <a:chExt cx="5590327" cy="5590327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165972" y="1803341"/>
              <a:ext cx="5922271" cy="1983646"/>
              <a:chOff x="0" y="0"/>
              <a:chExt cx="1521188" cy="5095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1188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1521188" h="509517">
                    <a:moveTo>
                      <a:pt x="0" y="0"/>
                    </a:moveTo>
                    <a:lnTo>
                      <a:pt x="1521188" y="0"/>
                    </a:lnTo>
                    <a:lnTo>
                      <a:pt x="1521188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521188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302404" y="366692"/>
              <a:ext cx="1858816" cy="1983646"/>
              <a:chOff x="0" y="0"/>
              <a:chExt cx="477453" cy="50951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469850" y="-3103492"/>
            <a:ext cx="8261361" cy="5712691"/>
            <a:chOff x="0" y="0"/>
            <a:chExt cx="11015148" cy="7616922"/>
          </a:xfrm>
        </p:grpSpPr>
        <p:grpSp>
          <p:nvGrpSpPr>
            <p:cNvPr id="12" name="Group 12"/>
            <p:cNvGrpSpPr/>
            <p:nvPr/>
          </p:nvGrpSpPr>
          <p:grpSpPr>
            <a:xfrm rot="-2700000">
              <a:off x="-529052" y="2679893"/>
              <a:ext cx="8401535" cy="1983646"/>
              <a:chOff x="0" y="0"/>
              <a:chExt cx="2158009" cy="509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429108" y="4993094"/>
              <a:ext cx="1858816" cy="1983646"/>
              <a:chOff x="0" y="0"/>
              <a:chExt cx="477453" cy="50951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77453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477453" h="509517">
                    <a:moveTo>
                      <a:pt x="0" y="0"/>
                    </a:moveTo>
                    <a:lnTo>
                      <a:pt x="477453" y="0"/>
                    </a:lnTo>
                    <a:lnTo>
                      <a:pt x="477453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7829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77453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2700000">
              <a:off x="3142664" y="2953383"/>
              <a:ext cx="8401535" cy="1983646"/>
              <a:chOff x="0" y="0"/>
              <a:chExt cx="2158009" cy="509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58009" cy="509517"/>
              </a:xfrm>
              <a:custGeom>
                <a:avLst/>
                <a:gdLst/>
                <a:ahLst/>
                <a:cxnLst/>
                <a:rect l="l" t="t" r="r" b="b"/>
                <a:pathLst>
                  <a:path w="2158009" h="509517">
                    <a:moveTo>
                      <a:pt x="0" y="0"/>
                    </a:moveTo>
                    <a:lnTo>
                      <a:pt x="2158009" y="0"/>
                    </a:lnTo>
                    <a:lnTo>
                      <a:pt x="2158009" y="509517"/>
                    </a:lnTo>
                    <a:lnTo>
                      <a:pt x="0" y="509517"/>
                    </a:lnTo>
                    <a:close/>
                  </a:path>
                </a:pathLst>
              </a:custGeom>
              <a:solidFill>
                <a:srgbClr val="4D9DB1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158009" cy="547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2819400" y="2400300"/>
            <a:ext cx="13618051" cy="1728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id-ID" sz="6420" spc="96" dirty="0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HISTORY PELAKSANAAN PROYEK</a:t>
            </a:r>
            <a:endParaRPr lang="en-US" sz="6420" spc="96" dirty="0">
              <a:solidFill>
                <a:srgbClr val="47829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EE36A527-2F5F-4357-91E7-83573A742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077281"/>
              </p:ext>
            </p:extLst>
          </p:nvPr>
        </p:nvGraphicFramePr>
        <p:xfrm>
          <a:off x="3048000" y="4498340"/>
          <a:ext cx="138684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382361833"/>
                    </a:ext>
                  </a:extLst>
                </a:gridCol>
                <a:gridCol w="11353800">
                  <a:extLst>
                    <a:ext uri="{9D8B030D-6E8A-4147-A177-3AD203B41FA5}">
                      <a16:colId xmlns:a16="http://schemas.microsoft.com/office/drawing/2014/main" val="2668145651"/>
                    </a:ext>
                  </a:extLst>
                </a:gridCol>
              </a:tblGrid>
              <a:tr h="1209040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Minggu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Pendahuluan dan Perencanaan Proyek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130806"/>
                  </a:ext>
                </a:extLst>
              </a:tr>
              <a:tr h="1209040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Minggu 2 &amp;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Analisis Kebutuhan dan Desain Sistem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888864"/>
                  </a:ext>
                </a:extLst>
              </a:tr>
              <a:tr h="1209040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Minggu 4 &amp;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Mengimplementasi Diagram Antarmuka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726536"/>
                  </a:ext>
                </a:extLst>
              </a:tr>
            </a:tbl>
          </a:graphicData>
        </a:graphic>
      </p:graphicFrame>
      <p:graphicFrame>
        <p:nvGraphicFramePr>
          <p:cNvPr id="22" name="Table 23">
            <a:extLst>
              <a:ext uri="{FF2B5EF4-FFF2-40B4-BE49-F238E27FC236}">
                <a16:creationId xmlns:a16="http://schemas.microsoft.com/office/drawing/2014/main" id="{4939FD09-75DD-45EE-9F61-9A468C2E8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01959"/>
              </p:ext>
            </p:extLst>
          </p:nvPr>
        </p:nvGraphicFramePr>
        <p:xfrm>
          <a:off x="3048000" y="8115300"/>
          <a:ext cx="13868401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827203833"/>
                    </a:ext>
                  </a:extLst>
                </a:gridCol>
                <a:gridCol w="11353801">
                  <a:extLst>
                    <a:ext uri="{9D8B030D-6E8A-4147-A177-3AD203B41FA5}">
                      <a16:colId xmlns:a16="http://schemas.microsoft.com/office/drawing/2014/main" val="3834305790"/>
                    </a:ext>
                  </a:extLst>
                </a:gridCol>
              </a:tblGrid>
              <a:tr h="1132840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Minggu 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Menyiapkan Laporan &amp; PPT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69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814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20925" y="5732825"/>
            <a:ext cx="9938375" cy="1257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55"/>
              </a:lnSpc>
            </a:pPr>
            <a:r>
              <a:rPr lang="en-US" sz="9276" spc="139">
                <a:solidFill>
                  <a:srgbClr val="47829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TERIMAKASIH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32187" y="6990363"/>
            <a:ext cx="7627113" cy="4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id-ID" sz="2995" b="1" spc="599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KELOMPOK 4</a:t>
            </a:r>
            <a:endParaRPr lang="en-US" sz="2995" b="1" spc="599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-2700000">
            <a:off x="5688346" y="2775598"/>
            <a:ext cx="870998" cy="666610"/>
            <a:chOff x="0" y="0"/>
            <a:chExt cx="294201" cy="2251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4201" cy="225164"/>
            </a:xfrm>
            <a:custGeom>
              <a:avLst/>
              <a:gdLst/>
              <a:ahLst/>
              <a:cxnLst/>
              <a:rect l="l" t="t" r="r" b="b"/>
              <a:pathLst>
                <a:path w="294201" h="225164">
                  <a:moveTo>
                    <a:pt x="0" y="0"/>
                  </a:moveTo>
                  <a:lnTo>
                    <a:pt x="294201" y="0"/>
                  </a:lnTo>
                  <a:lnTo>
                    <a:pt x="294201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4201" cy="263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-1503264" y="3877202"/>
            <a:ext cx="4503563" cy="1508454"/>
            <a:chOff x="0" y="0"/>
            <a:chExt cx="1521188" cy="5095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1188" cy="509517"/>
            </a:xfrm>
            <a:custGeom>
              <a:avLst/>
              <a:gdLst/>
              <a:ahLst/>
              <a:cxnLst/>
              <a:rect l="l" t="t" r="r" b="b"/>
              <a:pathLst>
                <a:path w="1521188" h="509517">
                  <a:moveTo>
                    <a:pt x="0" y="0"/>
                  </a:moveTo>
                  <a:lnTo>
                    <a:pt x="1521188" y="0"/>
                  </a:lnTo>
                  <a:lnTo>
                    <a:pt x="1521188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21188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134247" y="2784710"/>
            <a:ext cx="1413528" cy="1508454"/>
            <a:chOff x="0" y="0"/>
            <a:chExt cx="477453" cy="5095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700000">
            <a:off x="6250303" y="1110674"/>
            <a:ext cx="6388908" cy="1508454"/>
            <a:chOff x="0" y="0"/>
            <a:chExt cx="2158009" cy="5095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700000">
            <a:off x="6978930" y="2869736"/>
            <a:ext cx="1413528" cy="1508454"/>
            <a:chOff x="0" y="0"/>
            <a:chExt cx="477453" cy="5095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7453" cy="509517"/>
            </a:xfrm>
            <a:custGeom>
              <a:avLst/>
              <a:gdLst/>
              <a:ahLst/>
              <a:cxnLst/>
              <a:rect l="l" t="t" r="r" b="b"/>
              <a:pathLst>
                <a:path w="477453" h="509517">
                  <a:moveTo>
                    <a:pt x="0" y="0"/>
                  </a:moveTo>
                  <a:lnTo>
                    <a:pt x="477453" y="0"/>
                  </a:lnTo>
                  <a:lnTo>
                    <a:pt x="477453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7829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77453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0131" y="1570432"/>
            <a:ext cx="6121996" cy="61219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2700000">
            <a:off x="9534775" y="668748"/>
            <a:ext cx="6388908" cy="1508454"/>
            <a:chOff x="0" y="0"/>
            <a:chExt cx="2158009" cy="5095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2700000">
            <a:off x="1745534" y="8794911"/>
            <a:ext cx="6388908" cy="1508454"/>
            <a:chOff x="0" y="0"/>
            <a:chExt cx="2158009" cy="50951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 rot="-2700000">
            <a:off x="-2006769" y="9552043"/>
            <a:ext cx="6388908" cy="1508454"/>
            <a:chOff x="0" y="0"/>
            <a:chExt cx="2158009" cy="50951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58009" cy="509517"/>
            </a:xfrm>
            <a:custGeom>
              <a:avLst/>
              <a:gdLst/>
              <a:ahLst/>
              <a:cxnLst/>
              <a:rect l="l" t="t" r="r" b="b"/>
              <a:pathLst>
                <a:path w="2158009" h="509517">
                  <a:moveTo>
                    <a:pt x="0" y="0"/>
                  </a:moveTo>
                  <a:lnTo>
                    <a:pt x="2158009" y="0"/>
                  </a:lnTo>
                  <a:lnTo>
                    <a:pt x="2158009" y="509517"/>
                  </a:lnTo>
                  <a:lnTo>
                    <a:pt x="0" y="509517"/>
                  </a:lnTo>
                  <a:close/>
                </a:path>
              </a:pathLst>
            </a:custGeom>
            <a:solidFill>
              <a:srgbClr val="4D9DB1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158009" cy="547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9" name="Picture 4">
            <a:extLst>
              <a:ext uri="{FF2B5EF4-FFF2-40B4-BE49-F238E27FC236}">
                <a16:creationId xmlns:a16="http://schemas.microsoft.com/office/drawing/2014/main" id="{E755AC58-7D76-4E12-ACA5-31FDC8F4F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81" y="969623"/>
            <a:ext cx="7924800" cy="788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437</Words>
  <Application>Microsoft Office PowerPoint</Application>
  <PresentationFormat>Custom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League Spartan</vt:lpstr>
      <vt:lpstr>Glacial Indifference Bold</vt:lpstr>
      <vt:lpstr>Calibri</vt:lpstr>
      <vt:lpstr>Times New Roman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Abu-abu dan Biru Modern Seminar Proposal Presentasi</dc:title>
  <cp:lastModifiedBy>TECNO</cp:lastModifiedBy>
  <cp:revision>8</cp:revision>
  <dcterms:created xsi:type="dcterms:W3CDTF">2006-08-16T00:00:00Z</dcterms:created>
  <dcterms:modified xsi:type="dcterms:W3CDTF">2025-05-03T05:37:28Z</dcterms:modified>
  <dc:identifier>DAGmAyAzyyY</dc:identifier>
</cp:coreProperties>
</file>